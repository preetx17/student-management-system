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329184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FULL-STACK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600" b="1">
                <a:solidFill>
                  <a:srgbClr val="FFFFFF"/>
                </a:solidFill>
              </a:defRPr>
            </a:pPr>
            <a:r>
              <a:t>Student Management</a:t>
            </a:r>
            <a:br/>
            <a:r>
              <a:t>System (SMS)</a:t>
            </a:r>
          </a:p>
          <a:p>
            <a:pPr>
              <a:defRPr sz="2000">
                <a:solidFill>
                  <a:srgbClr val="38BDF8"/>
                </a:solidFill>
              </a:defRPr>
            </a:pPr>
            <a:r>
              <a:t>A Secure, Scalable &amp; Cloud-Deployed Web Platform with Real-Time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57200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7548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Modern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Node.js, Express 5 &amp; MySQL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Cloud TiDB &amp; Render CI/CD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57200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47548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Production Security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Bcrypt + Rate Limiting Shield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Role-Based Access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57200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47548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Universal Interface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Glassmorphism Design Tokens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100% PC &amp; Android Responsive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 &amp; Project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What is the Project?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 An automated, cloud-based platform designed to streamline student administration.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 Replaces slow manual paper registers and single-PC legacy desktop tools.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 Equips educational institutions with a high-performance, real-time web portal.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 Provides seamless student enrollment, course breakdown, and teacher assignments.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</a:defRPr>
            </a:pPr>
            <a:r>
              <a:t>Core Value Proposition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 Universal Access: Manage records from any browser, laptop, or mobile phone worldwide.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 High Data Accuracy: Enforces age bounds, course whitelists, and unique emails.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 Zero Server Cost: Powered by modern serverless database and free-tier cloud hosting.</a:t>
            </a:r>
          </a:p>
          <a:p>
            <a:pPr>
              <a:spcAft>
                <a:spcPts val="600"/>
              </a:spcAft>
              <a:defRPr sz="1600">
                <a:solidFill>
                  <a:srgbClr val="F1F5F9"/>
                </a:solidFill>
              </a:defRPr>
            </a:pPr>
            <a:r>
              <a:t>•  Bank-Grade Security: Passwords protected by cryptographic Bcrypt hashes.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Existing System vs. Proposed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</a:defRPr>
            </a:pPr>
            <a:r>
              <a:t>❌ Legacy / Traditional Systems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Paper &amp; Excel Files: Prone to accidental loss, overwriting, and corruption.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Single-Device Lock: Desktop software is inaccessible outside the office.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Zero Access Control: Anyone with file access can view or modify records.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Slow Searches: Finding a single student takes significant manual searching.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No Mobile UX: Unreadable on modern smartphones and touch screens.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</a:defRPr>
            </a:pPr>
            <a:r>
              <a:t>✅ Proposed Modern SMS Platform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Cloud Database: Real-time synchronization across all users on TiDB Cloud.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Multi-Role Access: Distinct Owner vs. Teacher roles gated with invite codes.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Instant Live Search: Filter by ID, name, or course in milliseconds.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Batch CSV Tools: 1-Click Roster Export and automated Bulk CSV Upload.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Responsive Touch UI: Fluid interface optimized for PC and Android phones.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SYSTEM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Comprehensive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Frontend Layer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Semantic HTML5 Markup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Vanilla CSS3 Design System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Glassmorphism Backdrop Blur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Vanilla JavaScript (ES6+)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SweetAlert2 Modal Popups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FontAwesome 6.4 Icon Library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Outfit Google Font Typography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Backend &amp; Security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Node.js Runtime Engine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Express.js 5.x Web Framework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Helmet (HTTP Header Shield)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Express-Rate-Limit (DDoS Guard)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Express-Session (24h Cookie)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Multer (5MB Image File Filter)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Bcrypt (10 Salt Rounds Hash)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Sanitize-HTML (XSS Defense)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Database &amp; Cloud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TiDB Cloud Serverless (MySQL)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MySQL2 Pool &amp; TLS Encryption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Automated Schema Migration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Render.com Web Service Hosting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GitHub Desktop Version Control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Continuous Deployment (CI/CD)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100% Free Hosting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3-Tier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Tier 1: Presentation Layer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Client Devices: PCs, Android, iOS.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Technologies: HTML5, CSS3, ES6 JS.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Interactive Components: Live Search, Modal Popups, CSV Download.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Protocol: Asynchronous HTTPS REST API requests via Fetch.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Tier 2: Application Layer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Server Framework: Node.js &amp; Express.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Reverse Proxy: Render TLS termination.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Security: Rate Limiter, XSS Sanitizer.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Business Logic: Age validation, Course whitelisting, Photo file handling, Session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Tier 3: Data Storage Layer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Database Engine: TiDB Cloud (MySQL).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Tables: `teachers`, `students`, `settings`.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File Storage: `/public/uploads/` directory.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Security: Encrypted TLSv1.2 connection with parameterized 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Entity-Relationship (ER)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Database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TEACHERS Table: Stores login accounts, hashed passwords, roles (`owner`/`teacher`), and profile bios.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STUDENTS Table: Primary key is explicit Roll ID; enforces unique email and age bounds (16-25).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SETTINGS Table: Stores system-wide configuration keys (e.g. `invite_code`).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Cardinality: 1 Teacher oversees Many Students; 1 Owner manages Settings.</a:t>
            </a:r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Flow Diagram — Level 0 (Context Diagram)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Context Boundaries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Central Process (0.0): SMS Node.js/Express Web Gateway.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External Entities: Teacher and Owner (Admin) actors.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Teacher Inputs: Login credentials, Student records, CSV roster files, Avatar photos.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Teacher Outputs: Auth cookies, Live roster, CSV exports.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Data Stores: TiDB Cloud MySQL &amp; Local `/public/uploads/` disk.</a:t>
            </a:r>
          </a:p>
        </p:txBody>
      </p:sp>
      <p:pic>
        <p:nvPicPr>
          <p:cNvPr id="6" name="Picture 5" descr="dfd_level0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Flow Diagram — Level 1 (Sub-Processes)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Core Sub-Processes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Process 1.0 (Auth): Rate-limited login verification &amp; 24h session creation.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Process 2.0 (Student CRUD): Age &amp; course validation; database read/write.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Process 3.0 (Batch CSV): Parses `.csv` files; runs `INSERT IGNORE`.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Process 4.0 (Profile Manager): Updates teacher bio, courses &amp; avatar.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Process 5.0 (Governance): Owner-only invite code rotation.</a:t>
            </a:r>
          </a:p>
        </p:txBody>
      </p:sp>
      <p:pic>
        <p:nvPicPr>
          <p:cNvPr id="6" name="Picture 5" descr="dfd_level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 Diagram &amp; Actor Permissions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Actor Hierarchy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Teacher Actor (UC 1-9): Login, Signup with code, Add/Edit/Delete students, Live search, Batch CSV export/import, Edit profile.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Owner Actor (UC 10-12): Inherits ALL teacher capabilities + Accesses Admin Settings modal, rotates invite code, and governs roles.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Security Barrier: Role-based authorization middleware prevents unauthorized access.</a:t>
            </a:r>
          </a:p>
        </p:txBody>
      </p:sp>
      <p:pic>
        <p:nvPicPr>
          <p:cNvPr id="6" name="Picture 5" descr="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Process Flow &amp; Activity Logic Pipelines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Execution Logic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Pipeline A (Student Addition): Form Submit -&gt; Session Check -&gt; Age (16-25) &amp; Course Whitelist -&gt; Multer Image Upload -&gt; Parameterized SQL Insert -&gt; DOM Refresh.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Pipeline B (Authentication): Enter Login -&gt; Rate Limiter Guard -&gt; Database Query -&gt; Bcrypt Hash Verify -&gt; Issue 24h Session -&gt; Role UI Unlock.</a:t>
            </a:r>
          </a:p>
        </p:txBody>
      </p:sp>
      <p:pic>
        <p:nvPicPr>
          <p:cNvPr id="6" name="Picture 5" descr="process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Production Security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🛡️ Brute-Force &amp; Rate Limiting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Express-Rate-Limit restricts `/login` endpoint to 10 requests per 15 minutes per IP.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Prevents credential stuffing and automated dictionary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🔒 Cryptographic Password Hashing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Bcrypt algorithm with 10 salt rounds used for all teacher accounts.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Unique password enforcement across all teachers prevents shared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🧼 XSS &amp; SQL Injection Immunity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Sanitize-HTML middleware strips all malicious script tags automatically.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100% Parameterized MySQL queries eliminate SQL Injection vulnerability.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📁 Secure File Upload Shield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Multer restricts uploads strictly to image MIME types (`image/*`).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Strict 5MB ceiling prevents disk exhaustion and denial-of-service.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Universal Responsive Design (PC vs. Android)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</a:defRPr>
            </a:pPr>
            <a:r>
              <a:t>💻 Desktop Experience (Widescreen)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Dual-Panel Glassmorphism: 92vh height side-by-side layout.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Left Panel: Real-time student roster, courses overview accordion, teacher directory.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Right Panel: Profile trigger dropdown &amp; Action Controls (Add, Update, Search, Delete).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Floating Physics: Smooth keyframe mesh gradient background.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</a:defRPr>
            </a:pPr>
            <a:r>
              <a:t>📱 Mobile Experience (Android &amp; iOS)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Vertical Stacking: Seamlessly converts to natural vertical scrolling cards.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4-Column Touch Grid: Compact Action Tabs that never wrap awkwardly.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Swipeable Tables: `-webkit-overflow-scrolling: touch` allows smooth roster scrolling.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No Auto-Zoom: Form inputs locked at 16px to prevent forced mobile browser zooming.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Cloud Deployment &amp; Continuous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1. Source Control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GitHub repository tracking.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GitHub Desktop integration for seamless push workflow.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Clean `.gitignore` configuration preserving directory structures.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2. Database Cloud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TiDB Cloud Serverless instance deployed on AWS.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TLS-encrypted MySQL connection string.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Automated table setup on connect (`initDatabase()`).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3. Web Service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Render.com Node.js Web Service.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Automated builds triggered on GitHub push.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100% Free architecture active 24/7.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Enhancements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</a:defRPr>
            </a:pPr>
            <a:r>
              <a:t>Academic Feature Extensions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📅 Attendance Tracking Module: Daily check-in system with monthly attendance percentage calculations.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📊 GPA &amp; Marksheet Generator: Automatic calculation of GPA with downloadable PDF report cards.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💳 Fee Payment Gateway: Stripe / Razorpay integration with automated fee receipts.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🔔 SMS &amp; Email Alerts: Notifications for attendance deficits and exam schedules.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</a:defRPr>
            </a:pPr>
            <a:r>
              <a:t>Technical &amp; Architecture Upgrades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☁️ AWS S3 / Cloudinary: Offload image assets to high-speed global CDN buckets.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📱 Progressive Web App (PWA): Offline caching and installable home-screen mobile app.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🛡️ Two-Factor Auth (2FA): Authenticator app support for teachers and administrators.</a:t>
            </a:r>
          </a:p>
          <a:p>
            <a:pPr>
              <a:spcAft>
                <a:spcPts val="600"/>
              </a:spcAft>
              <a:defRPr sz="1500">
                <a:solidFill>
                  <a:srgbClr val="F1F5F9"/>
                </a:solidFill>
              </a:defRPr>
            </a:pPr>
            <a:r>
              <a:t>•  📈 Interactive Analytics: Chart.js graphs showing grade distributions and enrollment trends.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38BDF8"/>
                </a:solidFill>
              </a:defRPr>
            </a:pPr>
            <a:r>
              <a:t>Student Management System (SMS) — Ready for Demonstration &amp;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017520"/>
            <a:ext cx="438912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32004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Project Deliverables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Production-ready Full-Stack Node.js &amp; MySQL Web Application.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High-Resolution ER, DFD, Use Case &amp; Process Diagrams.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Multi-Role Security, Rate Limiting &amp; Input Sanitization.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Universal Mobile &amp; Desktop Responsive Design.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100% Free Live Cloud Deployment on Render &amp; TiDB.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017520"/>
            <a:ext cx="438912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32004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Live Project Resources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Live Web Application: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student-management-system-u2xc.onrender.com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Default Admin Login: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Username: teacher  |  Password: 12345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Teacher Invite Code: TEACHER2026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•  GitHub: preetx17/student-management-system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