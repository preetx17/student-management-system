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yush Preet" userId="344b96a884b17af2" providerId="LiveId" clId="{27C89296-1484-4819-A4DB-0E8EAA694627}"/>
    <pc:docChg chg="modSld">
      <pc:chgData name="Pratyush Preet" userId="344b96a884b17af2" providerId="LiveId" clId="{27C89296-1484-4819-A4DB-0E8EAA694627}" dt="2026-09-15T20:11:51.626" v="1" actId="14100"/>
      <pc:docMkLst>
        <pc:docMk/>
      </pc:docMkLst>
      <pc:sldChg chg="modSp mod">
        <pc:chgData name="Pratyush Preet" userId="344b96a884b17af2" providerId="LiveId" clId="{27C89296-1484-4819-A4DB-0E8EAA694627}" dt="2026-09-15T20:11:51.626" v="1" actId="14100"/>
        <pc:sldMkLst>
          <pc:docMk/>
          <pc:sldMk cId="0" sldId="256"/>
        </pc:sldMkLst>
        <pc:spChg chg="mod">
          <ac:chgData name="Pratyush Preet" userId="344b96a884b17af2" providerId="LiveId" clId="{27C89296-1484-4819-A4DB-0E8EAA694627}" dt="2026-09-15T20:11:51.626" v="1" actId="14100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078992"/>
            <a:ext cx="3474720" cy="70408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FULL-STACK WEB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4400" b="1">
                <a:solidFill>
                  <a:srgbClr val="FFFFFF"/>
                </a:solidFill>
              </a:defRPr>
            </a:pPr>
            <a:r>
              <a:t>Student Management</a:t>
            </a:r>
            <a:br/>
            <a:r>
              <a:t>System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Complete Architecture, ER Diagram, Data Flow, Security &amp; Cloud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754880"/>
            <a:ext cx="329184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Architecture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Node.js &amp; Express.js Backend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Cloud MySQL (TiDB Serverless)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754880"/>
            <a:ext cx="329184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49377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Security &amp; Design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Bcrypt + Role-Based Access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Modern Glassmorphism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754880"/>
            <a:ext cx="329184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49377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Deployment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Render.com Web Service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100% Free &amp; Scalable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Project Overview &amp; Core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The Challenge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Manual record keeping leads to data inconsistencies and loss.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Traditional desktop tools lack remote access and multi-user support.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Lack of granular security leaves student data vulnerable.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Clunky legacy interfaces result in poor user experience on mobile devices.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Difficulties in exporting, importing, and searching rosters efficiently.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Our Solution &amp; Objectives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Develop a high-performance web dashboard with real-time CRUD operations.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Implement secure Role-Based Access Control (Owner vs. Teacher roles).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Enable bulk CSV import &amp; instant roster export capabilities.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Build a fully responsive Glassmorphism UI optimized for PC &amp; Android.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Deploy on cloud infrastructure with persistent database 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Key Features &amp; Functional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👨‍🎓 Student Management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Full CRUD (Add, Edit, Delete, View)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Student photo upload &amp; removal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Strict age (16-25) &amp; course validation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Interactive student detail cards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🔍 Search &amp; Filter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Instant live search across all fields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Interactive autocomplete suggestions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Real-time stats counter updates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Category breakdown by course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📂 Bulk Data Tools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One-click CSV student roster export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Automated bulk CSV file upload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Duplicate ID &amp; Email skipping logic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Live progress indicators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2918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🔐 Role &amp; Auth Security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Bcrypt password hashing (10 rounds)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Owner vs. Teacher permission levels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Invite-code gated registration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Rate-limited login (Brute-force shield)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931920"/>
            <a:ext cx="32918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4114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👤 Teacher Profile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Editable bio, department &amp; courses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Custom avatar upload &amp; removal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Secret invite code management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24-hour persistent sessions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931920"/>
            <a:ext cx="32918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4114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📱 Universal Responsive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Glassmorphism aesthetic &amp; gradients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Adapted for PC, Tablet &amp; Android/iOS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Horizontal touch-scrolling table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Fast single-page application feel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SYSTEM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Comprehensive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Frontend Layer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HTML5 Semantic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Vanilla CSS3 Design System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Glassmorphism &amp; Backdrop Filters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Vanilla JavaScript (ES6+ Modules)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FontAwesome 6.4 Icon Library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SweetAlert2 Modal Alerts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Outfit (Google Fonts Typography)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Backend &amp; Security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Node.js Runtime Environment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Express.js (v5) Web Framework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Helmet (HTTP Header Hardening)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Express-Rate-Limit (DDoS Guard)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Express-Session (Auth Cookies)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Multer (5MB Image File Filter)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Bcrypt (Cryptographic Hashing)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Sanitize-HTML (XSS Defense)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Database &amp; Cloud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MySQL / TiDB Cloud Serverless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MySQL2 Connection Pool &amp; TLS/SSL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Automated Schema Migration Script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Render.com Cloud Web Service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GitHub Desktop Version Control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Continuous Deployment (CI/CD)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100% Free Hosting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 &amp; Request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070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End-to-End Architectural Pipeline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1. Client Layer (Browser): Sends RESTful requests via Fetch API with JSON / Multipart FormData payloads.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2. Gateway &amp; Reverse Proxy: Render.com terminates SSL/TLS and forwards secure HTTPS traffic to Node.js.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3. Security Middleware Layer: Helmet sets HTTP security headers; Rate Limiter restricts login bursts; Sanitize-HTML cleans payloads.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4. Authentication &amp; Session Manager: Validates cookie session state (`requireAuth`); prevents unauthorized operations.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5. Controller &amp; Business Logic: Processes CRUD actions, validates student age &amp; course mapping, manages avatar assets with Multer.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6. Data Persistence Layer (TiDB Cloud): Executes parameterized queries over encrypted TLS connection to prevent SQL injection.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7. Response Dispatcher: Returns structured JSON responses and updates dashboard DOM dynamically without full page reloads.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DATA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Entity-Relationship (ER) Diagram &amp; Data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Entity: TEACHERS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id: INT (AUTO_INCREMENT, PK)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username: VARCHAR(255) (UNIQUE)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password: VARCHAR(255) (Bcrypt Hash)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role: VARCHAR(50) ('owner'/'teacher')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name: VARCHAR(255)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age: INT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department: VARCHAR(255)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photo: VARCHAR(255)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course1: VARCHAR(100)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course2: VARCHAR(100)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Relationship: 1-to-Many with Students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Entity: STUDENTS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id: INT (PRIMARY KEY, Roll No)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name: VARCHAR(100) (NOT NULL)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age: INT (Validation: 16 &lt;= age &lt;= 25)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course: VARCHAR(100) (NOT NULL)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email: VARCHAR(100) (UNIQUE, NOT NULL)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photo: VARCHAR(255) (Upload Path)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Allowed Courses: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cs, english, science, economics, math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Normalized constraints enforced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Entity: SETTINGS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key_name: VARCHAR(50) (PK)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key_value: VARCHAR(255)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Configured Key-Values: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• 'invite_code' -&gt; 'TEACHER2026'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Entity Relations: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• Teachers supervise Students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• Owners govern Settings table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• Auto-initialized on startup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Data Flow Diagrams (Level 0 &amp; Level 1 DFD)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Level 0 DFD (Context Diagram)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External Entities: Owner, Teacher, MySQL Database, File Storage.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Inputs from Teacher: Credentials, Student Records, CSV Uploads, Photo Assets.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Outputs to Teacher: Auth Cookies, Student Roster, CSV Export, Profile Data.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Inputs from Owner: System Invite Code Configuration, Teacher Roles.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System Boundaries: Node.js Express Application orchestrates all DB queries &amp; disk I/O.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Level 1 DFD (Decomposed Processes)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Process 1.0 (Auth &amp; Rate Limit): Verifies Bcrypt hash against `teachers` table; issues 24h session cookie.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Process 2.0 (Student CRUD): Validates age &amp; course; inserts/updates `students` table; manages photo uploads.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Process 3.0 (Batch CSV Engine): Parses CSV line-by-line; executes `INSERT IGNORE` into `students` table.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Process 4.0 (Profile Manager): Reads &amp; updates teacher bio, courses &amp; avatar in `teachers` table.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Process 5.0 (Settings Governance): Restricts invite code modifications strictly to `owner` role.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Use Case Diagram &amp; Actor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Actor: Teacher (Standard Role)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UC-1: Authenticate / Log In to Dashboard.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UC-2: Register via Secret Admin Invite Code.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UC-3: Add New Student with Photo Upload.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UC-4: Update Student Details &amp; Profile Picture.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UC-5: Search Students via Live Instant Filter.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UC-6: Export Student Roster to CSV File.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UC-7: Bulk Import Students from CSV File.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UC-8: Edit Teacher Profile (Name, Dept, Courses, Photo).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UC-9: View Teacher Directory &amp; Course Overviews.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Actor: Owner (Super Admin Role)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UC-10: Inherits ALL Teacher permissions (UC-1 through UC-9).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UC-11: Access Dedicated 'Admin Settings' Interface.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UC-12: View Current Secret Teacher Invite Code.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UC-13: Update &amp; Rotate Secret Invite Code dynamically.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UC-14: Manage Teacher Role Hierarchy (`owner` vs `teacher`).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UC-15: System Table Auto-Initialization &amp; Database Health.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PROCESS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Process Flow &amp; Execution Pipelines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A. Student Addition Process Flow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1. User submits Add Student Form (Multipart FormData).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2. Middleware verifies active session (`requireAuth`).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3. Validates Age (must be 16 &lt;= age &lt;= 25).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4. Validates Course against allowed curriculum whitelist.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5. Multer inspects uploaded file: verifies `image/*` MIME &amp; &lt;= 5MB.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6. Executes parameterized SQL `INSERT INTO students`.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7. Checks duplicate errors (`ER_DUP_ENTRY` on ID / Email).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8. Returns 201 Created -&gt; Refreshes roster and stats counter.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B. Teacher Authentication Process Flow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1. User submits Username &amp; Password to `/login`.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2. Rate Limiter checks IP: if &gt; 10 attempts in 15 mins -&gt; 429 Blocked.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3. Queries `teachers` table for matching username.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4. Bcrypt compares input password against stored cryptographic hash.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5. On match: creates session, binds `username` &amp; `role` in memory.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6. Sets secure HTTP cookie with 24-hour expiration.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7. Redirects user to Dashboard and displays role-specific options.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Production Security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🛡️ Brute Force &amp; Rate Limiting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Express-Rate-Limit restricts `/login` endpoint to 10 attempts per 15 minutes per IP address.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Prevents credential stuffing and automated password cracking attacks.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🔒 Cryptographic Hashing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Bcrypt algorithm with 10 salt rounds used for all teacher credentials.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Unique password enforcement across all teachers for enhanced credential hygiene.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🧼 XSS &amp; Injection Prevention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Sanitize-HTML middleware strips all malicious HTML/JS payloads from request body, query &amp; params.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Parameterized MySQL queries guarantee immunity from SQL injection.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📁 Secure File Upload Pipeline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Multer restricts uploads to image MIME types only (`image/*`).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Strict 5MB file ceiling prevents disk exhaustion and denial-of-service.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Modern UI/UX &amp; Cross-Platform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Desktop Experience (Laptops/PCs)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Dual-panel widescreen glassmorphism layout (92vh height).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Left Panel: Real-time student roster, courses accordion, teacher directory.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Right Panel: Profile trigger dropdown and instant CRUD operations.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Animated mesh gradient background with subtle floating keyframe physics.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Instant visual feedback via SweetAlert2 modals and toast notifications.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Mobile Experience (Android &amp; iOS)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Dynamic layout conversion to natural vertical scrolling card stack.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Action Tabs refactored into a compact 4-column touch grid.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Student table with smooth `-webkit-overflow-scrolling: touch` swiping.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Input font sizes locked at 16px to prevent unwanted mobile browser zoom.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Comfortable 48px+ tap targets for buttons and interactive controls.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Cloud Deployment &amp; Continuous Delivery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1. Source &amp; Version Control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GitHub repository tracking.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GitHub Desktop integration for seamless push workflow.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Clean `.gitignore` configuration preserving folder 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2. Cloud Database (TiDB)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TiDB Cloud Serverless instance deployed on AWS.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TLS-encrypted MySQL connection string.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Automated table initialization on startup (`initDatabase()`).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3. Web Hosting (Render)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Automated GitHub webhook builds.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Environment variables securely managed.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Live URL: student-management-system-u2xc.onrender.com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Roadmap &amp;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Functional Expansion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📅 Attendance Tracking Module: Daily check-in system with monthly attendance analytics.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📊 Grade &amp; Marksheet Generator: Automatic calculation of GPA and downloadable PDF report cards.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💳 Fee Management System: Online payment gateway integration with invoice receipts.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🔔 Automated Notifications: Email &amp; SMS alerts for parents regarding attendance and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Technical &amp; Architectural Upgrades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☁️ Cloud Storage (AWS S3 / Cloudinary): Offload uploaded images to high-availability CDNs.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📱 Progressive Web App (PWA): Offline support and installable mobile app experience.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🛡️ Two-Factor Authentication (2FA): TOTP authenticator app support for teachers and owners.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📈 Analytics Dashboard: Chart.js visual graphs for grade distribution and enrollment trends.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1800">
                <a:solidFill>
                  <a:srgbClr val="94A3B8"/>
                </a:solidFill>
              </a:defRPr>
            </a:pPr>
            <a:r>
              <a:t>Student Management System — Ready for Demonstration &amp;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45920" y="3200400"/>
            <a:ext cx="4114800" cy="2560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3749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Project Summary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Production-ready Full-Stack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Comprehensive ER &amp; Data Flow Design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Multi-Role Security &amp; Data Validation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Zero-Cost Cloud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3200400"/>
            <a:ext cx="4114800" cy="2560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0" y="3383280"/>
            <a:ext cx="3749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Live Resources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Live Web App: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student-management-system-u2xc.onrender.com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Tech: Node.js, Express, MySQL, TiDB Cloud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 GitHub: preetx17/student-management-system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2125</Words>
  <Application>Microsoft Office PowerPoint</Application>
  <PresentationFormat>Widescreen</PresentationFormat>
  <Paragraphs>251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Pratyush Preet</cp:lastModifiedBy>
  <cp:revision>1</cp:revision>
  <dcterms:created xsi:type="dcterms:W3CDTF">2013-01-27T09:14:16Z</dcterms:created>
  <dcterms:modified xsi:type="dcterms:W3CDTF">2026-09-15T20:11:51Z</dcterms:modified>
  <cp:category/>
</cp:coreProperties>
</file>