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88720"/>
            <a:ext cx="31089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ACADEMIC WEB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Student Management</a:t>
            </a:r>
            <a:br/>
            <a:r>
              <a:t>System (SMS)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 Full-Stack Cloud Web Application with Role-Based Security &amp; Real-Time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329184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Modern Tech Stack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Node.js, Express &amp; MySQL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Cloud TiDB &amp; Render CI/CD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663440"/>
            <a:ext cx="329184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Enterprise Security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Bcrypt + Rate Limiting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Role-Based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663440"/>
            <a:ext cx="329184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Universal UI/UX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Glassmorphism Design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100% Mobile &amp; PC Responsive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 &amp; Project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What is the Project?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The Student Management System (SMS) is an automated web platform designed to streamline academic administrative operations.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It eliminates manual paper records and slow legacy desktop software by offering a cloud-accessible, intuitive dashboard.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Built specifically for schools, colleges, and training institutes to manage student enrollments, teacher assignments, and academic data with zero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Core Value Proposition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Cloud Accessibility: Access student records securely from any browser, laptop, or mobile phone worldwide.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High Data Integrity: Automatic validation ensures strict age bounds, course whitelisting, and no duplicate IDs or emails.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Zero Maintenance Overhead: Automated cloud database provisioning and continuous deployment.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 Enhanced Security: Encrypted credentials and brute-force shields.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SYSTEM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System vs.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❌ Legacy / Traditional Systems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Paper &amp; Excel Sheets: Prone to accidental deletion, corruption, and version conflict.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Single-Device Lock: Desktop software installed on one PC; cannot be accessed remotely.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No Granular Access: Anyone with file access can view or overwrite confidential records.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Manual Search: Finding a single student among hundreds takes significant time.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No Mobile Support: Clunky, unreadable interfaces on smartphones and tablets.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✅ Proposed Modern SMS Platform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Centralized Cloud Database: Real-time synchronization across all users on TiDB Cloud.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Multi-User &amp; Multi-Role: Distinct permissions for Owners and Teachers via secret invite codes.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Instant Live Search: Filter by ID, name, course, or age in milliseconds.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Batch Operations: 1-Click CSV Roster Export and automated Bulk CSV Import.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Responsive Glassmorphism: Optimized layouts for widescreen PCs and Android/iOS phones.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 — Frontend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Structure &amp; Markup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HTML5 Semantic Elements: Clean, accessible document structure.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Dynamic View Switching: Tabbed navigation for All Students, Courses, and Teachers.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Modular Modal Dialogs: Popups for profile editing, student details, and admin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Styling &amp; UI Engine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Vanilla CSS3: Custom design system without bloated external framework dependencies.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Glassmorphism Effect: Translucent cards with `backdrop-filter: blur(24px)`.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Responsive Breakpoints: Media queries dynamically adapt for Desktop, Tablets &amp; Mobile.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Outfit Typography: Modern Google Font.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Client Logic &amp; UX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Vanilla JavaScript (ES6+): Asynchronous Fetch API for seamless background requests.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SweetAlert2: Beautiful animated confirmation dialogs for deletions and alerts.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FontAwesome 6.4: Consistent iconography across cards, inputs, and navigation buttons.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 — Backend &amp;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Backend Architecture (Node.js &amp; Express)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Node.js Runtime: Asynchronous, event-driven I/O engine for high concurrency.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Express.js 5.x: Fast RESTful routing framework handling HTTP verbs (GET, POST, PUT, DELETE).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Express-Session: Manages server-side login sessions with 24-hour persistent cookie tokens.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Multer Middleware: Handles multipart form data for student and teacher avatar uploads.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Sanitize-HTML &amp; Helmet: Sanitizes user inputs and hardens HTTP security response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Database &amp; Cloud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TiDB Cloud Serverless: MySQL-compatible distributed relational database hosted on AWS.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MySQL2 Driver: Fast connection pooling with TLS/SSL encryption enabled.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Auto-Migration Script: Self-initializing table schemas on server boot (`initDatabase()`).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Render.com Web Service: Continuous deployment linked directly to GitHub repository.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100% Free Tier: Zero hosting cost architecture with persistent cloud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Tier 1: Presentation Layer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Target Devices: Laptops, PCs, Android &amp; iOS Smartphones.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Client Technology: HTML5, CSS3 Glassmorphism, JavaScript ES6.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User Interface: Interactive Dashboards, Search Filters, Modals, Forms.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Communication: Sends JSON &amp; FormData over HTTPS via Fetch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Tier 2: Application Layer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Server Platform: Node.js &amp; Express.js (hosted on Render).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Reverse Proxy: Render TLS termination with HTTPS enforcement.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Security Middlewares: Rate Limiter, Helmet, Sanitize-HTML, Auth Guard.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Business Logic: Course mapping, Age validation, File management, Session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Tier 3: Data Storage Layer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Database Engine: TiDB Cloud Serverless (MySQL).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Relational Schema: `teachers`, `students`, and `settings` tables.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File Storage: Server-side `/public/uploads/` persistent directory.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Connection Security: TLSv1.2 Encrypted Parameterized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Entity-Relationship (ER) Diagram —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Entity: TEACHERS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Primary Key: `id` (INT, Auto Increment)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Attributes: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`username`: VARCHAR(255) [UNIQUE]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`password`: VARCHAR(255) [Bcrypt Hash]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`role`: VARCHAR(50) ['owner' / 'teacher']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`name`: VARCHAR(255)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`age`: INT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`department`: VARCHAR(255)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`photo`: VARCHAR(255) [Avatar Path]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`course1`, `course2`: VARCHAR(100)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Entity: STUDENTS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Primary Key: `id` (INT, Student Roll No)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Attributes: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`name`: VARCHAR(100) [NOT NULL]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`age`: INT [16 &lt;= age &lt;= 25]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`course`: VARCHAR(100) [Whitelisted]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`email`: VARCHAR(100) [UNIQUE, NOT NULL]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`photo`: VARCHAR(255) [Upload Path]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Normalized constraints ensure zero invalid or duplicate enrollments.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Entity: SETTINGS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Primary Key: `key_name` (VARCHAR 50)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Attributes: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`key_value`: VARCHAR(255)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Key Settings Records: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`invite_code` -&gt; 'TEACHER2026'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Entity Cardinality: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Teachers supervise 1-to-Many Students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Owner administers Settings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Integrity Rules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Data Validation &amp; Integrity Rules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Primary Key Uniqueness: `students.id` is an explicit student roll number ensuring no two students share the same identifier.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Email Uniqueness: `students.email` is marked `UNIQUE` to prevent multi-enrollments with the same email address.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Age Boundary Constraint: Application logic restricts student age between 16 and 25 years.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Curriculum Whitelist: Course names are strictly mapped to `computer science`, `English`, `science`, `economics`, and `mathematics`.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Security &amp; Migration Features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Password Encryption: `teachers.password` always stores a 60-character Bcrypt cryptographic hash.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Self-Healing Migration: `initDatabase()` automatically runs `CREATE TABLE IF NOT EXISTS` and inserts the default admin if missing.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Duplicate Prevention: `INSERT IGNORE` prevents duplicate primary key errors during bulk CSV imports.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Role Governance: Default role is `'teacher'`, initial seed user is `'owner'`.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Flow Diagram — Level 0 Context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External Entities &amp; Interactions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1. Teacher Entity: Inputs login credentials, student registration details, CSV files, and profile changes. Receives student lists, search results, and CSV exports.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2. Owner Entity (Admin): Inputs system invite code configurations and user permissions. Receives system analytics and security controls.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3. Cloud MySQL Store (TiDB): Stores student records, teacher accounts, and system configuration keys.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4. File Storage Store: Stores physical image files for student and teacher avatar pictures.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System Boundary &amp; Data Exchanges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The SMS Node.js/Express Server serves as the central data processing hub.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Incoming Data: Authenticated HTTP requests carrying JSON payloads or Multipart file uploads.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Outgoing Data: JSON data streams, cookie session headers, and dynamically rendered HTML/CSS.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All database exchanges are executed using sanitized parameterized SQL statements over TLS.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Flow Diagram — Level 1 Sub-Processes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Process 1.0 &amp; 2.0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1.0 Authentication Engine: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Validates login credentials against `teachers` table.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Evaluates Bcrypt hash &amp; rate-limiting window.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Generates 24-hour session cookie.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2.0 Student CRUD Manager: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Validates age, course &amp; email rules.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Performs INSERT, SELECT, UPDATE, DELETE on `students` table.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Saves uploaded photo to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Process 3.0 &amp; 4.0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3.0 Batch CSV Engine: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Parses uploaded `.csv` roster files.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Executes `INSERT IGNORE` for batch insertion into database.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Generates downloadable CSV exports.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4.0 Teacher Profile Manager: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Queries &amp; updates teacher department, courses, bio &amp; photo.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Manages photo removal.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Process 5.0 Settings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5.0 System Settings Governance: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Restricts access strictly to `'owner'` role (`req.session.role === 'owner'`).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Reads &amp; updates `invite_code` in `settings` table.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• Controls teacher registration permission across the institution.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 Case Diagram — Actors &amp;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Actor 1: Teacher (Standard User)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Registration: Can sign up for a new account if they possess the valid Admin Invite Code.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Authentication: Can log in securely and log out.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Student Management: Can add new students, update information, delete records, and search roster.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Batch Operations: Can export entire roster to CSV and bulk-import students from CSV files.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Profile Customization: Can edit personal bio, name, department, courses, and avatar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Actor 2: Owner (Super Administrator)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Full Teacher Permissions: Inherits 100% of standard teacher capabilities.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Admin Settings Access: Exclusive access to the purple Admin Settings control panel.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Invite Code Governance: Can view, update, and rotate the institutional invite code (`TEACHER2026`).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System Management: Oversees teacher roster, role hierarchy, and database synchronization.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Single-Owner Protection: First teacher initialized as Owner.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 Flow — Student Creation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73152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Submit 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Teacher fills in Student ID, Name, Age, Course, Email &amp; optional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7315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Checks active session. Validates age (16-25) &amp; course whitelist. Checks photo size &lt;= 5MB.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731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Database Insert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Executes parameterized SQL INSERT. Multer saves image to /public/uploads/.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55448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1737360"/>
            <a:ext cx="73152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945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DOM Update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Returns 201 Success. Real-time DOM update refreshes student table &amp; stats cards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 Flow — Teacher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73152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Enter Login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User enters Username &amp; Password on login.sms.html.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73152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Rate Limiter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Express-Rate-Limit verifies IP has not exceeded 10 attempts in 15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7315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Bcrypt Verify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Queries teachers table. Cryptographically compares plain password with Bcrypt hash.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55448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1737360"/>
            <a:ext cx="731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945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Issue Session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Generates 24-hour session cookie. Unlocks role-specific UI (Teacher vs. Owner).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 Flow — Batch CSV Import &amp;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Bulk CSV Import Workflow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1. File Selection: User clicks 'Import' and selects a `.csv` file.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2. Client Parsing: JavaScript FileReader parses CSV lines and extracts headers (`ID, Name, Age, Course, Email`).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3. Batch POST Payload: Client sends JSON array of student objects to `/students/bulk`.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4. Server-Side Validation: Validates each row; filters invalid ages or courses.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5. Bulk INSERT IGNORE: Inserts valid records; skips existing duplicate IDs/Emails.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6. Toast Feedback: Reports exact count of imported vs. skipped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1-Click CSV Export Workflow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1. Click Export Button: User clicks 'Export' button on Student List header.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2. Table Scrape: Client iterates through visible table rows in memory.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3. CSV Encoding: Formats records into standardized comma-separated format with quotes.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4. Blob Generation: Creates an in-memory `Blob` object (`text/csv;charset=utf-8`).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5. Automated Download: Simulates download link trigger -&gt; saves `student_roster_export.csv`.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Security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🛡️ Brute-Force &amp; Rate Limiting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Express-Rate-Limit blocks automated dictionary attacks.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Limits `/login` attempts to max 10 requests per 15 minutes per 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🔒 Cryptographic Password Hashing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Bcrypt algorithm with 10 salt rounds used for all teacher accounts.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Unique password enforcement across all teachers prevents shared secrets.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🧼 XSS &amp; Injection Immunity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Sanitize-HTML middleware automatically strips malicious script tags.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100% Parameterized MySQL queries eliminate SQL Injection vulnerability.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📁 File Upload Protection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Multer restricts file uploads strictly to image MIME types (`image/*`).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Strict 5MB ceiling prevents disk exhaustion and denial-of-service.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Universal Responsive Design (PC &amp; Mobile)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💻 Desktop Experience (Widescreen)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Dual-panel glassmorphism layout (92vh height) with split views.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Left Panel: Real-time student roster, courses overview accordion, teacher directory.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Right Panel: Profile trigger dropdown and quick Action Controls (Add, Update, Search, Delete).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Animated mesh gradient floating background.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Instant visual feedback via SweetAlert2 modals and toast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📱 Mobile Experience (Android &amp; iOS)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Vertical Stacking: Dashboard converts seamlessly to natural vertical scrolling cards.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4-Column Touch Grid: Action tabs compact cleanly without breaking lines.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Touch Table Swiping: `-webkit-overflow-scrolling: touch` allows smooth roster scrolling.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No Auto-Zoom: Form inputs locked at 16px to prevent mobile browser forced zooming.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Comfortable 48px+ tap targets for easy touch interaction.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Cloud Deployment &amp; Continuous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1. Source Control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GitHub repository tracking.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GitHub Desktop integration for seamless push workflow.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Clean `.gitignore` configuration preserving directory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2. Database Cloud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TiDB Cloud Serverless instance deployed on AWS.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TLS-encrypted MySQL connection string.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Automated table initialization on startup (`initDatabase()`).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3. Web Service Hosting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Render.com Node.js Web Service.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Automated GitHub webhook builds.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Environment variables securely managed.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100% Free architecture.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Demonstration &amp; Evaluation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Step 1: Access &amp; Sign In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Visit live URL -&gt; Log in as Owner (`teacher` / `12345`).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Option to register a new teacher using invite code `TEACHER2026`.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Step 2: Roster &amp; Course Navigation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View dynamic stats cards (Total Students &amp; Courses).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Filter by course or browse teacher roster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Step 3: Student Operations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Add a student with photo -&gt; View instant card entry in roster.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Live search by ID or name -&gt; Update details -&gt; Delete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Step 4: Batch &amp; Settings Management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Export student records to CSV in 1 click.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Update Teacher Bio &amp; modify Admin Invite Code in real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Enhancements &amp; Scalability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Academic Feature Extensions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📅 Attendance Tracking Module: Daily attendance calendar with automated monthly attendance percentage calculator.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📊 GPA &amp; Marksheet Generator: Automatic calculation of GPA with downloadable PDF report cards for parents.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💳 Online Fee Payment System: Payment gateway integration (Stripe / Razorpay) with downloadable invoice receipts.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🔔 SMS &amp; Email Alerts: Automated notifications for exam schedules, attendance deficits, and report 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Technical &amp; Architecture Upgrades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☁️ Cloud Asset Storage (AWS S3 / Cloudinary): Offload uploaded images to high-availability CDN buckets.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📱 Progressive Web App (PWA): Offline caching support and installable home screen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🛡️ Two-Factor Authentication (2FA): TOTP authenticator app support for teachers and administrators.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📈 Interactive Analytics: Chart.js visual graphs showing grade distribution, course enrollments, and gender ratio.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Student Management System (SMS) — Ready for Demonstration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3108960"/>
            <a:ext cx="41148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20" y="32918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Project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Full-Stack Node.js / MySQL Web App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Complete ER, DFD &amp; Process Diagrams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Role-Based Security &amp; Data Validation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Universal Mobile &amp; Desktop UI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100% Free Live Cloud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108960"/>
            <a:ext cx="41148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32918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Live Project Resources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Live Web Application: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student-management-system-u2xc.onrender.com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Default Admin Login: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Username: teacher  |  Password: 12345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Invite Code: TEACHER2026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 GitHub: preetx17/student-management-system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